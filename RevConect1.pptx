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62" r:id="rId4"/>
    <p:sldId id="259" r:id="rId5"/>
    <p:sldId id="258" r:id="rId6"/>
    <p:sldId id="260" r:id="rId7"/>
    <p:sldId id="264" r:id="rId8"/>
    <p:sldId id="261" r:id="rId9"/>
    <p:sldId id="265" r:id="rId10"/>
    <p:sldId id="266" r:id="rId11"/>
    <p:sldId id="272" r:id="rId12"/>
    <p:sldId id="271" r:id="rId13"/>
  </p:sldIdLst>
  <p:sldSz cx="9144000" cy="6858000" type="screen4x3"/>
  <p:notesSz cx="6858000" cy="9144000"/>
  <p:embeddedFontLst>
    <p:embeddedFont>
      <p:font typeface="Corbel" pitchFamily="34" charset="0"/>
      <p:regular r:id="rId15"/>
      <p:bold r:id="rId16"/>
      <p:italic r:id="rId17"/>
      <p:boldItalic r:id="rId18"/>
    </p:embeddedFont>
    <p:embeddedFont>
      <p:font typeface="Calibri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77777"/>
    <a:srgbClr val="5F5F5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>
            <a:spLocks noGrp="1"/>
          </p:cNvSpPr>
          <p:nvPr>
            <p:ph type="dt" idx="10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ftr" idx="11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857251" y="2057400"/>
            <a:ext cx="7404654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t" anchorCtr="0">
            <a:normAutofit/>
          </a:bodyPr>
          <a:lstStyle>
            <a:lvl1pPr marL="457200" lvl="0" indent="-320040" algn="l">
              <a:lnSpc>
                <a:spcPct val="90000"/>
              </a:lnSpc>
              <a:spcBef>
                <a:spcPts val="1176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20040" algn="l">
              <a:lnSpc>
                <a:spcPct val="90000"/>
              </a:lnSpc>
              <a:spcBef>
                <a:spcPts val="168"/>
              </a:spcBef>
              <a:spcAft>
                <a:spcPts val="0"/>
              </a:spcAft>
              <a:buSzPts val="1440"/>
              <a:buChar char="•"/>
              <a:defRPr/>
            </a:lvl2pPr>
            <a:lvl3pPr marL="1371600" lvl="2" indent="-320039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440"/>
              <a:buChar char="•"/>
              <a:defRPr/>
            </a:lvl3pPr>
            <a:lvl4pPr marL="1828800" lvl="3" indent="-320039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440"/>
              <a:buChar char="•"/>
              <a:defRPr/>
            </a:lvl4pPr>
            <a:lvl5pPr marL="2286000" lvl="4" indent="-320039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440"/>
              <a:buChar char="•"/>
              <a:defRPr/>
            </a:lvl5pPr>
            <a:lvl6pPr marL="2743200" lvl="5" indent="-320039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440"/>
              <a:buChar char="•"/>
              <a:defRPr/>
            </a:lvl6pPr>
            <a:lvl7pPr marL="3200400" lvl="6" indent="-320039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440"/>
              <a:buChar char="•"/>
              <a:defRPr/>
            </a:lvl7pPr>
            <a:lvl8pPr marL="3657600" lvl="7" indent="-32004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440"/>
              <a:buChar char="•"/>
              <a:defRPr/>
            </a:lvl8pPr>
            <a:lvl9pPr marL="4114800" lvl="8" indent="-320040" algn="l">
              <a:lnSpc>
                <a:spcPct val="90000"/>
              </a:lnSpc>
              <a:spcBef>
                <a:spcPts val="336"/>
              </a:spcBef>
              <a:spcAft>
                <a:spcPts val="336"/>
              </a:spcAft>
              <a:buSzPts val="144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/>
          <p:nvPr/>
        </p:nvSpPr>
        <p:spPr>
          <a:xfrm>
            <a:off x="173355" y="243841"/>
            <a:ext cx="8793480" cy="6377939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ctrTitle"/>
          </p:nvPr>
        </p:nvSpPr>
        <p:spPr>
          <a:xfrm>
            <a:off x="832485" y="882376"/>
            <a:ext cx="7475220" cy="292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b" anchorCtr="0">
            <a:norm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orbel"/>
              <a:buNone/>
              <a:defRPr sz="6000" b="1" cap="none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1"/>
          </p:nvPr>
        </p:nvSpPr>
        <p:spPr>
          <a:xfrm>
            <a:off x="1282148" y="3869635"/>
            <a:ext cx="6575895" cy="1388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176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FFFFFF"/>
                </a:solidFill>
              </a:defRPr>
            </a:lvl1pPr>
            <a:lvl2pPr lvl="1" algn="ctr">
              <a:lnSpc>
                <a:spcPct val="90000"/>
              </a:lnSpc>
              <a:spcBef>
                <a:spcPts val="168"/>
              </a:spcBef>
              <a:spcAft>
                <a:spcPts val="0"/>
              </a:spcAft>
              <a:buSzPts val="1440"/>
              <a:buNone/>
              <a:defRPr sz="1800"/>
            </a:lvl2pPr>
            <a:lvl3pPr lvl="2" algn="ctr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44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360"/>
              <a:buNone/>
              <a:defRPr sz="1700"/>
            </a:lvl4pPr>
            <a:lvl5pPr lvl="4" algn="ctr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360"/>
              <a:buNone/>
              <a:defRPr sz="1700"/>
            </a:lvl5pPr>
            <a:lvl6pPr lvl="5" algn="ctr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360"/>
              <a:buNone/>
              <a:defRPr sz="1700"/>
            </a:lvl6pPr>
            <a:lvl7pPr lvl="6" algn="ctr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360"/>
              <a:buNone/>
              <a:defRPr sz="1700"/>
            </a:lvl7pPr>
            <a:lvl8pPr lvl="7" algn="ctr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360"/>
              <a:buNone/>
              <a:defRPr sz="1700"/>
            </a:lvl8pPr>
            <a:lvl9pPr lvl="8" algn="ctr">
              <a:lnSpc>
                <a:spcPct val="90000"/>
              </a:lnSpc>
              <a:spcBef>
                <a:spcPts val="336"/>
              </a:spcBef>
              <a:spcAft>
                <a:spcPts val="336"/>
              </a:spcAft>
              <a:buSzPts val="1360"/>
              <a:buNone/>
              <a:defRPr sz="17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dt" idx="10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lvl="1" indent="0" algn="r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lvl="2" indent="0" algn="r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lvl="3" indent="0" algn="r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lvl="4" indent="0" algn="r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lvl="5" indent="0" algn="r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lvl="6" indent="0" algn="r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lvl="7" indent="0" algn="r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lvl="8" indent="0" algn="r">
              <a:spcBef>
                <a:spcPts val="0"/>
              </a:spcBef>
              <a:buNone/>
              <a:defRPr sz="1000">
                <a:solidFill>
                  <a:srgbClr val="FFFFFF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cxnSp>
        <p:nvCxnSpPr>
          <p:cNvPr id="34" name="Google Shape;34;p5"/>
          <p:cNvCxnSpPr/>
          <p:nvPr/>
        </p:nvCxnSpPr>
        <p:spPr>
          <a:xfrm>
            <a:off x="1483996" y="3733800"/>
            <a:ext cx="6172201" cy="0"/>
          </a:xfrm>
          <a:prstGeom prst="straightConnector1">
            <a:avLst/>
          </a:prstGeom>
          <a:noFill/>
          <a:ln w="100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829818" y="1173575"/>
            <a:ext cx="7475220" cy="292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b" anchorCtr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orbel"/>
              <a:buNone/>
              <a:defRPr sz="6000" b="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1282446" y="4154520"/>
            <a:ext cx="6576822" cy="1363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176"/>
              </a:spcBef>
              <a:spcAft>
                <a:spcPts val="0"/>
              </a:spcAft>
              <a:buSzPts val="1440"/>
              <a:buNone/>
              <a:defRPr sz="1800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68"/>
              </a:spcBef>
              <a:spcAft>
                <a:spcPts val="0"/>
              </a:spcAft>
              <a:buSzPts val="12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040"/>
              <a:buNone/>
              <a:defRPr sz="13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96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96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96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96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96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36"/>
              </a:spcBef>
              <a:spcAft>
                <a:spcPts val="336"/>
              </a:spcAft>
              <a:buSzPts val="96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ftr" idx="11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  <p:cxnSp>
        <p:nvCxnSpPr>
          <p:cNvPr id="41" name="Google Shape;41;p6"/>
          <p:cNvCxnSpPr/>
          <p:nvPr/>
        </p:nvCxnSpPr>
        <p:spPr>
          <a:xfrm>
            <a:off x="1485901" y="4020408"/>
            <a:ext cx="6172201" cy="0"/>
          </a:xfrm>
          <a:prstGeom prst="straightConnector1">
            <a:avLst/>
          </a:prstGeom>
          <a:noFill/>
          <a:ln w="100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857250" y="2057399"/>
            <a:ext cx="35661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t" anchorCtr="0">
            <a:normAutofit/>
          </a:bodyPr>
          <a:lstStyle>
            <a:lvl1pPr marL="457200" lvl="0" indent="-320040" algn="l">
              <a:lnSpc>
                <a:spcPct val="90000"/>
              </a:lnSpc>
              <a:spcBef>
                <a:spcPts val="1176"/>
              </a:spcBef>
              <a:spcAft>
                <a:spcPts val="0"/>
              </a:spcAft>
              <a:buSzPts val="1440"/>
              <a:buChar char="•"/>
              <a:defRPr sz="1800"/>
            </a:lvl1pPr>
            <a:lvl2pPr marL="914400" lvl="1" indent="-314960" algn="l">
              <a:lnSpc>
                <a:spcPct val="90000"/>
              </a:lnSpc>
              <a:spcBef>
                <a:spcPts val="168"/>
              </a:spcBef>
              <a:spcAft>
                <a:spcPts val="0"/>
              </a:spcAft>
              <a:buSzPts val="1360"/>
              <a:buChar char="•"/>
              <a:defRPr sz="1700"/>
            </a:lvl2pPr>
            <a:lvl3pPr marL="1371600" lvl="2" indent="-30480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200"/>
              <a:buChar char="•"/>
              <a:defRPr sz="1500"/>
            </a:lvl3pPr>
            <a:lvl4pPr marL="1828800" lvl="3" indent="-294639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040"/>
              <a:buChar char="•"/>
              <a:defRPr sz="1300"/>
            </a:lvl4pPr>
            <a:lvl5pPr marL="2286000" lvl="4" indent="-294639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040"/>
              <a:buChar char="•"/>
              <a:defRPr sz="1300"/>
            </a:lvl5pPr>
            <a:lvl6pPr marL="2743200" lvl="5" indent="-294639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040"/>
              <a:buChar char="•"/>
              <a:defRPr sz="1300"/>
            </a:lvl6pPr>
            <a:lvl7pPr marL="3200400" lvl="6" indent="-294639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040"/>
              <a:buChar char="•"/>
              <a:defRPr sz="1300"/>
            </a:lvl7pPr>
            <a:lvl8pPr marL="3657600" lvl="7" indent="-29464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040"/>
              <a:buChar char="•"/>
              <a:defRPr sz="1300"/>
            </a:lvl8pPr>
            <a:lvl9pPr marL="4114800" lvl="8" indent="-294640" algn="l">
              <a:lnSpc>
                <a:spcPct val="90000"/>
              </a:lnSpc>
              <a:spcBef>
                <a:spcPts val="336"/>
              </a:spcBef>
              <a:spcAft>
                <a:spcPts val="336"/>
              </a:spcAft>
              <a:buSzPts val="1040"/>
              <a:buChar char="•"/>
              <a:defRPr sz="1300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2"/>
          </p:nvPr>
        </p:nvSpPr>
        <p:spPr>
          <a:xfrm>
            <a:off x="4700709" y="2057400"/>
            <a:ext cx="35661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t" anchorCtr="0">
            <a:normAutofit/>
          </a:bodyPr>
          <a:lstStyle>
            <a:lvl1pPr marL="457200" lvl="0" indent="-320040" algn="l">
              <a:lnSpc>
                <a:spcPct val="90000"/>
              </a:lnSpc>
              <a:spcBef>
                <a:spcPts val="1176"/>
              </a:spcBef>
              <a:spcAft>
                <a:spcPts val="0"/>
              </a:spcAft>
              <a:buSzPts val="1440"/>
              <a:buChar char="•"/>
              <a:defRPr sz="1800"/>
            </a:lvl1pPr>
            <a:lvl2pPr marL="914400" lvl="1" indent="-314960" algn="l">
              <a:lnSpc>
                <a:spcPct val="90000"/>
              </a:lnSpc>
              <a:spcBef>
                <a:spcPts val="168"/>
              </a:spcBef>
              <a:spcAft>
                <a:spcPts val="0"/>
              </a:spcAft>
              <a:buSzPts val="1360"/>
              <a:buChar char="•"/>
              <a:defRPr sz="1700"/>
            </a:lvl2pPr>
            <a:lvl3pPr marL="1371600" lvl="2" indent="-30480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200"/>
              <a:buChar char="•"/>
              <a:defRPr sz="1500"/>
            </a:lvl3pPr>
            <a:lvl4pPr marL="1828800" lvl="3" indent="-294639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040"/>
              <a:buChar char="•"/>
              <a:defRPr sz="1300"/>
            </a:lvl4pPr>
            <a:lvl5pPr marL="2286000" lvl="4" indent="-294639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040"/>
              <a:buChar char="•"/>
              <a:defRPr sz="1300"/>
            </a:lvl5pPr>
            <a:lvl6pPr marL="2743200" lvl="5" indent="-294639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040"/>
              <a:buChar char="•"/>
              <a:defRPr sz="1300"/>
            </a:lvl6pPr>
            <a:lvl7pPr marL="3200400" lvl="6" indent="-294639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040"/>
              <a:buChar char="•"/>
              <a:defRPr sz="1300"/>
            </a:lvl7pPr>
            <a:lvl8pPr marL="3657600" lvl="7" indent="-29464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040"/>
              <a:buChar char="•"/>
              <a:defRPr sz="1300"/>
            </a:lvl8pPr>
            <a:lvl9pPr marL="4114800" lvl="8" indent="-294640" algn="l">
              <a:lnSpc>
                <a:spcPct val="90000"/>
              </a:lnSpc>
              <a:spcBef>
                <a:spcPts val="336"/>
              </a:spcBef>
              <a:spcAft>
                <a:spcPts val="336"/>
              </a:spcAft>
              <a:buSzPts val="1040"/>
              <a:buChar char="•"/>
              <a:defRPr sz="13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body" idx="1"/>
          </p:nvPr>
        </p:nvSpPr>
        <p:spPr>
          <a:xfrm>
            <a:off x="857250" y="2001511"/>
            <a:ext cx="35661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/>
            </a:lvl1pPr>
            <a:lvl2pPr marL="914400" lvl="1" indent="-228600" algn="l">
              <a:lnSpc>
                <a:spcPct val="90000"/>
              </a:lnSpc>
              <a:spcBef>
                <a:spcPts val="168"/>
              </a:spcBef>
              <a:spcAft>
                <a:spcPts val="0"/>
              </a:spcAft>
              <a:buSzPts val="1360"/>
              <a:buNone/>
              <a:defRPr sz="1700" b="1"/>
            </a:lvl2pPr>
            <a:lvl3pPr marL="1371600" lvl="2" indent="-22860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200"/>
              <a:buNone/>
              <a:defRPr sz="1500" b="1"/>
            </a:lvl3pPr>
            <a:lvl4pPr marL="1828800" lvl="3" indent="-22860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040"/>
              <a:buNone/>
              <a:defRPr sz="1300" b="1"/>
            </a:lvl4pPr>
            <a:lvl5pPr marL="2286000" lvl="4" indent="-22860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040"/>
              <a:buNone/>
              <a:defRPr sz="1300" b="1"/>
            </a:lvl5pPr>
            <a:lvl6pPr marL="2743200" lvl="5" indent="-22860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040"/>
              <a:buNone/>
              <a:defRPr sz="1300" b="1"/>
            </a:lvl6pPr>
            <a:lvl7pPr marL="3200400" lvl="6" indent="-22860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040"/>
              <a:buNone/>
              <a:defRPr sz="1300" b="1"/>
            </a:lvl7pPr>
            <a:lvl8pPr marL="3657600" lvl="7" indent="-22860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040"/>
              <a:buNone/>
              <a:defRPr sz="1300" b="1"/>
            </a:lvl8pPr>
            <a:lvl9pPr marL="4114800" lvl="8" indent="-228600" algn="l">
              <a:lnSpc>
                <a:spcPct val="90000"/>
              </a:lnSpc>
              <a:spcBef>
                <a:spcPts val="336"/>
              </a:spcBef>
              <a:spcAft>
                <a:spcPts val="336"/>
              </a:spcAft>
              <a:buSzPts val="1040"/>
              <a:buNone/>
              <a:defRPr sz="1300" b="1"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2"/>
          </p:nvPr>
        </p:nvSpPr>
        <p:spPr>
          <a:xfrm>
            <a:off x="857250" y="2721483"/>
            <a:ext cx="356616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t" anchorCtr="0">
            <a:normAutofit/>
          </a:bodyPr>
          <a:lstStyle>
            <a:lvl1pPr marL="457200" lvl="0" indent="-320040" algn="l">
              <a:lnSpc>
                <a:spcPct val="90000"/>
              </a:lnSpc>
              <a:spcBef>
                <a:spcPts val="1176"/>
              </a:spcBef>
              <a:spcAft>
                <a:spcPts val="0"/>
              </a:spcAft>
              <a:buSzPts val="1440"/>
              <a:buChar char="•"/>
              <a:defRPr sz="1800"/>
            </a:lvl1pPr>
            <a:lvl2pPr marL="914400" lvl="1" indent="-314960" algn="l">
              <a:lnSpc>
                <a:spcPct val="90000"/>
              </a:lnSpc>
              <a:spcBef>
                <a:spcPts val="168"/>
              </a:spcBef>
              <a:spcAft>
                <a:spcPts val="0"/>
              </a:spcAft>
              <a:buSzPts val="1360"/>
              <a:buChar char="•"/>
              <a:defRPr sz="1700"/>
            </a:lvl2pPr>
            <a:lvl3pPr marL="1371600" lvl="2" indent="-30480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200"/>
              <a:buChar char="•"/>
              <a:defRPr sz="1500"/>
            </a:lvl3pPr>
            <a:lvl4pPr marL="1828800" lvl="3" indent="-294639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040"/>
              <a:buChar char="•"/>
              <a:defRPr sz="1300"/>
            </a:lvl4pPr>
            <a:lvl5pPr marL="2286000" lvl="4" indent="-294639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040"/>
              <a:buChar char="•"/>
              <a:defRPr sz="1300"/>
            </a:lvl5pPr>
            <a:lvl6pPr marL="2743200" lvl="5" indent="-294639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040"/>
              <a:buChar char="•"/>
              <a:defRPr sz="1300"/>
            </a:lvl6pPr>
            <a:lvl7pPr marL="3200400" lvl="6" indent="-294639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040"/>
              <a:buChar char="•"/>
              <a:defRPr sz="1300"/>
            </a:lvl7pPr>
            <a:lvl8pPr marL="3657600" lvl="7" indent="-29464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040"/>
              <a:buChar char="•"/>
              <a:defRPr sz="1300"/>
            </a:lvl8pPr>
            <a:lvl9pPr marL="4114800" lvl="8" indent="-294640" algn="l">
              <a:lnSpc>
                <a:spcPct val="90000"/>
              </a:lnSpc>
              <a:spcBef>
                <a:spcPts val="336"/>
              </a:spcBef>
              <a:spcAft>
                <a:spcPts val="336"/>
              </a:spcAft>
              <a:buSzPts val="1040"/>
              <a:buChar char="•"/>
              <a:defRPr sz="1300"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body" idx="3"/>
          </p:nvPr>
        </p:nvSpPr>
        <p:spPr>
          <a:xfrm>
            <a:off x="4701880" y="1999032"/>
            <a:ext cx="356616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000" b="1"/>
            </a:lvl1pPr>
            <a:lvl2pPr marL="914400" lvl="1" indent="-228600" algn="l">
              <a:lnSpc>
                <a:spcPct val="90000"/>
              </a:lnSpc>
              <a:spcBef>
                <a:spcPts val="168"/>
              </a:spcBef>
              <a:spcAft>
                <a:spcPts val="0"/>
              </a:spcAft>
              <a:buSzPts val="1360"/>
              <a:buNone/>
              <a:defRPr sz="1700" b="1"/>
            </a:lvl2pPr>
            <a:lvl3pPr marL="1371600" lvl="2" indent="-22860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200"/>
              <a:buNone/>
              <a:defRPr sz="1500" b="1"/>
            </a:lvl3pPr>
            <a:lvl4pPr marL="1828800" lvl="3" indent="-22860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040"/>
              <a:buNone/>
              <a:defRPr sz="1300" b="1"/>
            </a:lvl4pPr>
            <a:lvl5pPr marL="2286000" lvl="4" indent="-22860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040"/>
              <a:buNone/>
              <a:defRPr sz="1300" b="1"/>
            </a:lvl5pPr>
            <a:lvl6pPr marL="2743200" lvl="5" indent="-22860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040"/>
              <a:buNone/>
              <a:defRPr sz="1300" b="1"/>
            </a:lvl6pPr>
            <a:lvl7pPr marL="3200400" lvl="6" indent="-22860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040"/>
              <a:buNone/>
              <a:defRPr sz="1300" b="1"/>
            </a:lvl7pPr>
            <a:lvl8pPr marL="3657600" lvl="7" indent="-22860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040"/>
              <a:buNone/>
              <a:defRPr sz="1300" b="1"/>
            </a:lvl8pPr>
            <a:lvl9pPr marL="4114800" lvl="8" indent="-228600" algn="l">
              <a:lnSpc>
                <a:spcPct val="90000"/>
              </a:lnSpc>
              <a:spcBef>
                <a:spcPts val="336"/>
              </a:spcBef>
              <a:spcAft>
                <a:spcPts val="336"/>
              </a:spcAft>
              <a:buSzPts val="1040"/>
              <a:buNone/>
              <a:defRPr sz="1300" b="1"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body" idx="4"/>
          </p:nvPr>
        </p:nvSpPr>
        <p:spPr>
          <a:xfrm>
            <a:off x="4701880" y="2719322"/>
            <a:ext cx="3566160" cy="3383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t" anchorCtr="0">
            <a:normAutofit/>
          </a:bodyPr>
          <a:lstStyle>
            <a:lvl1pPr marL="457200" lvl="0" indent="-320040" algn="l">
              <a:lnSpc>
                <a:spcPct val="90000"/>
              </a:lnSpc>
              <a:spcBef>
                <a:spcPts val="1176"/>
              </a:spcBef>
              <a:spcAft>
                <a:spcPts val="0"/>
              </a:spcAft>
              <a:buSzPts val="1440"/>
              <a:buChar char="•"/>
              <a:defRPr sz="1800"/>
            </a:lvl1pPr>
            <a:lvl2pPr marL="914400" lvl="1" indent="-314960" algn="l">
              <a:lnSpc>
                <a:spcPct val="90000"/>
              </a:lnSpc>
              <a:spcBef>
                <a:spcPts val="168"/>
              </a:spcBef>
              <a:spcAft>
                <a:spcPts val="0"/>
              </a:spcAft>
              <a:buSzPts val="1360"/>
              <a:buChar char="•"/>
              <a:defRPr sz="1700"/>
            </a:lvl2pPr>
            <a:lvl3pPr marL="1371600" lvl="2" indent="-30480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200"/>
              <a:buChar char="•"/>
              <a:defRPr sz="1500"/>
            </a:lvl3pPr>
            <a:lvl4pPr marL="1828800" lvl="3" indent="-294639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040"/>
              <a:buChar char="•"/>
              <a:defRPr sz="1300"/>
            </a:lvl4pPr>
            <a:lvl5pPr marL="2286000" lvl="4" indent="-294639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040"/>
              <a:buChar char="•"/>
              <a:defRPr sz="1300"/>
            </a:lvl5pPr>
            <a:lvl6pPr marL="2743200" lvl="5" indent="-294639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040"/>
              <a:buChar char="•"/>
              <a:defRPr sz="1300"/>
            </a:lvl6pPr>
            <a:lvl7pPr marL="3200400" lvl="6" indent="-294639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040"/>
              <a:buChar char="•"/>
              <a:defRPr sz="1300"/>
            </a:lvl7pPr>
            <a:lvl8pPr marL="3657600" lvl="7" indent="-29464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040"/>
              <a:buChar char="•"/>
              <a:defRPr sz="1300"/>
            </a:lvl8pPr>
            <a:lvl9pPr marL="4114800" lvl="8" indent="-294640" algn="l">
              <a:lnSpc>
                <a:spcPct val="90000"/>
              </a:lnSpc>
              <a:spcBef>
                <a:spcPts val="336"/>
              </a:spcBef>
              <a:spcAft>
                <a:spcPts val="336"/>
              </a:spcAft>
              <a:buSzPts val="1040"/>
              <a:buChar char="•"/>
              <a:defRPr sz="1300"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57250" y="1097280"/>
            <a:ext cx="29489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Corbel"/>
              <a:buNone/>
              <a:defRPr sz="34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4389120" y="1097280"/>
            <a:ext cx="3909060" cy="4663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t" anchorCtr="0">
            <a:normAutofit/>
          </a:bodyPr>
          <a:lstStyle>
            <a:lvl1pPr marL="457200" lvl="0" indent="-365760" algn="l">
              <a:lnSpc>
                <a:spcPct val="90000"/>
              </a:lnSpc>
              <a:spcBef>
                <a:spcPts val="1176"/>
              </a:spcBef>
              <a:spcAft>
                <a:spcPts val="0"/>
              </a:spcAft>
              <a:buSzPts val="2160"/>
              <a:buChar char="•"/>
              <a:defRPr sz="2700"/>
            </a:lvl1pPr>
            <a:lvl2pPr marL="914400" lvl="1" indent="-350519" algn="l">
              <a:lnSpc>
                <a:spcPct val="90000"/>
              </a:lnSpc>
              <a:spcBef>
                <a:spcPts val="168"/>
              </a:spcBef>
              <a:spcAft>
                <a:spcPts val="0"/>
              </a:spcAft>
              <a:buSzPts val="1920"/>
              <a:buChar char="•"/>
              <a:defRPr sz="2400"/>
            </a:lvl2pPr>
            <a:lvl3pPr marL="1371600" lvl="2" indent="-33020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600"/>
              <a:buChar char="•"/>
              <a:defRPr sz="2000"/>
            </a:lvl3pPr>
            <a:lvl4pPr marL="1828800" lvl="3" indent="-31496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360"/>
              <a:buChar char="•"/>
              <a:defRPr sz="1700"/>
            </a:lvl4pPr>
            <a:lvl5pPr marL="2286000" lvl="4" indent="-31496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360"/>
              <a:buChar char="•"/>
              <a:defRPr sz="1700"/>
            </a:lvl5pPr>
            <a:lvl6pPr marL="2743200" lvl="5" indent="-31496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360"/>
              <a:buChar char="•"/>
              <a:defRPr sz="1700"/>
            </a:lvl6pPr>
            <a:lvl7pPr marL="3200400" lvl="6" indent="-31496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360"/>
              <a:buChar char="•"/>
              <a:defRPr sz="1700"/>
            </a:lvl7pPr>
            <a:lvl8pPr marL="3657600" lvl="7" indent="-314959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360"/>
              <a:buChar char="•"/>
              <a:defRPr sz="1700"/>
            </a:lvl8pPr>
            <a:lvl9pPr marL="4114800" lvl="8" indent="-314959" algn="l">
              <a:lnSpc>
                <a:spcPct val="90000"/>
              </a:lnSpc>
              <a:spcBef>
                <a:spcPts val="336"/>
              </a:spcBef>
              <a:spcAft>
                <a:spcPts val="336"/>
              </a:spcAft>
              <a:buSzPts val="1360"/>
              <a:buChar char="•"/>
              <a:defRPr sz="17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57250" y="2834640"/>
            <a:ext cx="2948940" cy="301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168"/>
              </a:spcBef>
              <a:spcAft>
                <a:spcPts val="0"/>
              </a:spcAft>
              <a:buSzPts val="800"/>
              <a:buNone/>
              <a:defRPr sz="1000"/>
            </a:lvl2pPr>
            <a:lvl3pPr marL="1371600" lvl="2" indent="-22860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640"/>
              <a:buNone/>
              <a:defRPr sz="800"/>
            </a:lvl3pPr>
            <a:lvl4pPr marL="1828800" lvl="3" indent="-22860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64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64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64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64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64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336"/>
              </a:spcBef>
              <a:spcAft>
                <a:spcPts val="336"/>
              </a:spcAft>
              <a:buSzPts val="640"/>
              <a:buNone/>
              <a:defRPr sz="8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57250" y="1097280"/>
            <a:ext cx="29489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400"/>
              <a:buFont typeface="Corbel"/>
              <a:buNone/>
              <a:defRPr sz="3400"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4059936" y="1069847"/>
            <a:ext cx="4574286" cy="48006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57250" y="2834640"/>
            <a:ext cx="2948940" cy="288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168"/>
              </a:spcBef>
              <a:spcAft>
                <a:spcPts val="0"/>
              </a:spcAft>
              <a:buSzPts val="800"/>
              <a:buNone/>
              <a:defRPr sz="1000"/>
            </a:lvl2pPr>
            <a:lvl3pPr marL="1371600" lvl="2" indent="-22860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640"/>
              <a:buNone/>
              <a:defRPr sz="800"/>
            </a:lvl3pPr>
            <a:lvl4pPr marL="1828800" lvl="3" indent="-22860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64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64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64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64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64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336"/>
              </a:spcBef>
              <a:spcAft>
                <a:spcPts val="336"/>
              </a:spcAft>
              <a:buSzPts val="640"/>
              <a:buNone/>
              <a:defRPr sz="8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540278" y="374373"/>
            <a:ext cx="4038600" cy="7404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t" anchorCtr="0">
            <a:normAutofit/>
          </a:bodyPr>
          <a:lstStyle>
            <a:lvl1pPr marL="457200" lvl="0" indent="-320040" algn="l">
              <a:lnSpc>
                <a:spcPct val="90000"/>
              </a:lnSpc>
              <a:spcBef>
                <a:spcPts val="1176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20040" algn="l">
              <a:lnSpc>
                <a:spcPct val="90000"/>
              </a:lnSpc>
              <a:spcBef>
                <a:spcPts val="168"/>
              </a:spcBef>
              <a:spcAft>
                <a:spcPts val="0"/>
              </a:spcAft>
              <a:buSzPts val="1440"/>
              <a:buChar char="•"/>
              <a:defRPr/>
            </a:lvl2pPr>
            <a:lvl3pPr marL="1371600" lvl="2" indent="-320039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440"/>
              <a:buChar char="•"/>
              <a:defRPr/>
            </a:lvl3pPr>
            <a:lvl4pPr marL="1828800" lvl="3" indent="-320039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440"/>
              <a:buChar char="•"/>
              <a:defRPr/>
            </a:lvl4pPr>
            <a:lvl5pPr marL="2286000" lvl="4" indent="-320039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440"/>
              <a:buChar char="•"/>
              <a:defRPr/>
            </a:lvl5pPr>
            <a:lvl6pPr marL="2743200" lvl="5" indent="-320039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440"/>
              <a:buChar char="•"/>
              <a:defRPr/>
            </a:lvl6pPr>
            <a:lvl7pPr marL="3200400" lvl="6" indent="-320039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440"/>
              <a:buChar char="•"/>
              <a:defRPr/>
            </a:lvl7pPr>
            <a:lvl8pPr marL="3657600" lvl="7" indent="-32004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440"/>
              <a:buChar char="•"/>
              <a:defRPr/>
            </a:lvl8pPr>
            <a:lvl9pPr marL="4114800" lvl="8" indent="-320040" algn="l">
              <a:lnSpc>
                <a:spcPct val="90000"/>
              </a:lnSpc>
              <a:spcBef>
                <a:spcPts val="336"/>
              </a:spcBef>
              <a:spcAft>
                <a:spcPts val="336"/>
              </a:spcAft>
              <a:buSzPts val="144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4710113" y="2595563"/>
            <a:ext cx="5410200" cy="1743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938213" y="681038"/>
            <a:ext cx="5410200" cy="557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t" anchorCtr="0">
            <a:normAutofit/>
          </a:bodyPr>
          <a:lstStyle>
            <a:lvl1pPr marL="457200" lvl="0" indent="-320040" algn="l">
              <a:lnSpc>
                <a:spcPct val="90000"/>
              </a:lnSpc>
              <a:spcBef>
                <a:spcPts val="1176"/>
              </a:spcBef>
              <a:spcAft>
                <a:spcPts val="0"/>
              </a:spcAft>
              <a:buSzPts val="1440"/>
              <a:buChar char="•"/>
              <a:defRPr/>
            </a:lvl1pPr>
            <a:lvl2pPr marL="914400" lvl="1" indent="-320040" algn="l">
              <a:lnSpc>
                <a:spcPct val="90000"/>
              </a:lnSpc>
              <a:spcBef>
                <a:spcPts val="168"/>
              </a:spcBef>
              <a:spcAft>
                <a:spcPts val="0"/>
              </a:spcAft>
              <a:buSzPts val="1440"/>
              <a:buChar char="•"/>
              <a:defRPr/>
            </a:lvl2pPr>
            <a:lvl3pPr marL="1371600" lvl="2" indent="-320039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440"/>
              <a:buChar char="•"/>
              <a:defRPr/>
            </a:lvl3pPr>
            <a:lvl4pPr marL="1828800" lvl="3" indent="-320039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440"/>
              <a:buChar char="•"/>
              <a:defRPr/>
            </a:lvl4pPr>
            <a:lvl5pPr marL="2286000" lvl="4" indent="-320039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440"/>
              <a:buChar char="•"/>
              <a:defRPr/>
            </a:lvl5pPr>
            <a:lvl6pPr marL="2743200" lvl="5" indent="-320039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440"/>
              <a:buChar char="•"/>
              <a:defRPr/>
            </a:lvl6pPr>
            <a:lvl7pPr marL="3200400" lvl="6" indent="-320039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440"/>
              <a:buChar char="•"/>
              <a:defRPr/>
            </a:lvl7pPr>
            <a:lvl8pPr marL="3657600" lvl="7" indent="-320040" algn="l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SzPts val="1440"/>
              <a:buChar char="•"/>
              <a:defRPr/>
            </a:lvl8pPr>
            <a:lvl9pPr marL="4114800" lvl="8" indent="-320040" algn="l">
              <a:lnSpc>
                <a:spcPct val="90000"/>
              </a:lnSpc>
              <a:spcBef>
                <a:spcPts val="336"/>
              </a:spcBef>
              <a:spcAft>
                <a:spcPts val="336"/>
              </a:spcAft>
              <a:buSzPts val="144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173355" y="243841"/>
            <a:ext cx="8793480" cy="637793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857250" y="609600"/>
            <a:ext cx="7406640" cy="1356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Corbel"/>
              <a:buNone/>
              <a:defRPr sz="37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857251" y="2057400"/>
            <a:ext cx="7404654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t" anchorCtr="0">
            <a:normAutofit/>
          </a:bodyPr>
          <a:lstStyle>
            <a:lvl1pPr marL="457200" marR="0" lvl="0" indent="-320040" algn="l" rtl="0">
              <a:lnSpc>
                <a:spcPct val="90000"/>
              </a:lnSpc>
              <a:spcBef>
                <a:spcPts val="1176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Corbel"/>
              <a:buChar char="•"/>
              <a:defRPr sz="18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314960" algn="l" rtl="0">
              <a:lnSpc>
                <a:spcPct val="90000"/>
              </a:lnSpc>
              <a:spcBef>
                <a:spcPts val="168"/>
              </a:spcBef>
              <a:spcAft>
                <a:spcPts val="0"/>
              </a:spcAft>
              <a:buClr>
                <a:schemeClr val="accent1"/>
              </a:buClr>
              <a:buSzPts val="1360"/>
              <a:buFont typeface="Corbel"/>
              <a:buChar char="•"/>
              <a:defRPr sz="17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orbel"/>
              <a:buChar char="•"/>
              <a:defRPr sz="15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294639" algn="l" rtl="0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Corbel"/>
              <a:buChar char="•"/>
              <a:defRPr sz="13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294639" algn="l" rtl="0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Corbel"/>
              <a:buChar char="•"/>
              <a:defRPr sz="13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294639" algn="l" rtl="0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Corbel"/>
              <a:buChar char="•"/>
              <a:defRPr sz="13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294639" algn="l" rtl="0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Corbel"/>
              <a:buChar char="•"/>
              <a:defRPr sz="13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294640" algn="l" rtl="0">
              <a:lnSpc>
                <a:spcPct val="90000"/>
              </a:lnSpc>
              <a:spcBef>
                <a:spcPts val="336"/>
              </a:spcBef>
              <a:spcAft>
                <a:spcPts val="0"/>
              </a:spcAft>
              <a:buClr>
                <a:schemeClr val="accent1"/>
              </a:buClr>
              <a:buSzPts val="1040"/>
              <a:buFont typeface="Corbel"/>
              <a:buChar char="•"/>
              <a:defRPr sz="13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294640" algn="l" rtl="0">
              <a:lnSpc>
                <a:spcPct val="90000"/>
              </a:lnSpc>
              <a:spcBef>
                <a:spcPts val="336"/>
              </a:spcBef>
              <a:spcAft>
                <a:spcPts val="336"/>
              </a:spcAft>
              <a:buClr>
                <a:schemeClr val="accent1"/>
              </a:buClr>
              <a:buSzPts val="1040"/>
              <a:buFont typeface="Corbel"/>
              <a:buChar char="•"/>
              <a:defRPr sz="13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dt" idx="10"/>
          </p:nvPr>
        </p:nvSpPr>
        <p:spPr>
          <a:xfrm>
            <a:off x="857247" y="6223829"/>
            <a:ext cx="17468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ftr" idx="11"/>
          </p:nvPr>
        </p:nvSpPr>
        <p:spPr>
          <a:xfrm>
            <a:off x="2961861" y="6223829"/>
            <a:ext cx="353833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6997148" y="6223829"/>
            <a:ext cx="127966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accen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2048070" y="1407241"/>
            <a:ext cx="518160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/>
            <a:r>
              <a:rPr lang="en-US" sz="4000" b="1" dirty="0" err="1" smtClean="0">
                <a:solidFill>
                  <a:schemeClr val="accent1">
                    <a:lumMod val="50000"/>
                  </a:schemeClr>
                </a:solidFill>
              </a:rPr>
              <a:t>RevConnect</a:t>
            </a:r>
            <a:endParaRPr sz="4000" b="1" i="0" u="none" strike="noStrike" cap="none">
              <a:solidFill>
                <a:schemeClr val="accent1">
                  <a:lumMod val="50000"/>
                </a:schemeClr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1692877" y="2399270"/>
            <a:ext cx="6011562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50000"/>
              </a:lnSpc>
            </a:pPr>
            <a:r>
              <a:rPr lang="en-US" sz="2800" b="1" dirty="0" smtClean="0">
                <a:solidFill>
                  <a:schemeClr val="tx1"/>
                </a:solidFill>
              </a:rPr>
              <a:t>Full-Stack Social Media Web App</a:t>
            </a:r>
            <a:endParaRPr sz="2800" b="1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3"/>
          <p:cNvSpPr/>
          <p:nvPr/>
        </p:nvSpPr>
        <p:spPr>
          <a:xfrm>
            <a:off x="5486398" y="3733800"/>
            <a:ext cx="247696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6205763" y="4408246"/>
            <a:ext cx="2110334" cy="1152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Presented By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 smtClean="0">
                <a:solidFill>
                  <a:srgbClr val="5F5F5F"/>
                </a:solidFill>
              </a:rPr>
              <a:t> </a:t>
            </a:r>
            <a:r>
              <a:rPr lang="en-GB" sz="1600" b="1" dirty="0" err="1" smtClean="0">
                <a:solidFill>
                  <a:srgbClr val="5F5F5F"/>
                </a:solidFill>
              </a:rPr>
              <a:t>Vaibhav</a:t>
            </a:r>
            <a:r>
              <a:rPr lang="en-GB" sz="1600" b="1" dirty="0" smtClean="0">
                <a:solidFill>
                  <a:srgbClr val="5F5F5F"/>
                </a:solidFill>
              </a:rPr>
              <a:t>  Roman </a:t>
            </a:r>
            <a:endParaRPr sz="1600" b="1">
              <a:solidFill>
                <a:srgbClr val="5F5F5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/>
          <p:nvPr/>
        </p:nvSpPr>
        <p:spPr>
          <a:xfrm>
            <a:off x="786802" y="741220"/>
            <a:ext cx="7772400" cy="115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lnSpc>
                <a:spcPct val="162666"/>
              </a:lnSpc>
              <a:buClr>
                <a:schemeClr val="dk1"/>
              </a:buClr>
            </a:pPr>
            <a:r>
              <a:rPr lang="en-US" sz="32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Application Overview</a:t>
            </a:r>
            <a:endParaRPr sz="3200" b="1">
              <a:solidFill>
                <a:srgbClr val="000000"/>
              </a:solidFill>
              <a:latin typeface="Calibri" pitchFamily="34" charset="0"/>
              <a:ea typeface="Calibri" pitchFamily="34" charset="0"/>
              <a:cs typeface="Calibri" pitchFamily="34" charset="0"/>
              <a:sym typeface="Arial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671168" y="2012453"/>
            <a:ext cx="8025600" cy="3493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GB" sz="1800" b="1" dirty="0" smtClean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 What </a:t>
            </a:r>
            <a:r>
              <a:rPr lang="en-GB" sz="1800" b="1" dirty="0" err="1" smtClean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RevConnect</a:t>
            </a:r>
            <a:r>
              <a:rPr lang="en-GB" sz="1800" b="1" dirty="0" smtClean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does</a:t>
            </a:r>
            <a:endParaRPr lang="en-GB" sz="1800" dirty="0" smtClean="0">
              <a:solidFill>
                <a:schemeClr val="accent1">
                  <a:lumMod val="50000"/>
                </a:schemeClr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r>
              <a:rPr lang="en-GB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  </a:t>
            </a:r>
            <a:r>
              <a:rPr lang="en-GB" sz="18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RevConnect</a:t>
            </a:r>
            <a:r>
              <a:rPr lang="en-GB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is a full-stack monolithic social media web application designed for  </a:t>
            </a:r>
          </a:p>
          <a:p>
            <a:r>
              <a:rPr lang="en-GB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  personal users, creators, and businesses to connect and interact.</a:t>
            </a:r>
          </a:p>
          <a:p>
            <a:endParaRPr lang="en-GB" sz="18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r>
              <a:rPr lang="en-GB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  The platform enables users to create posts, engage through likes and comments,  </a:t>
            </a:r>
          </a:p>
          <a:p>
            <a:r>
              <a:rPr lang="en-GB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  follow other users, and manage their profiles through a responsive web interface.</a:t>
            </a:r>
          </a:p>
          <a:p>
            <a:endParaRPr lang="en-GB" sz="18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r>
              <a:rPr lang="en-GB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  The system focuses on secure authentication, structured backend design, and  </a:t>
            </a:r>
          </a:p>
          <a:p>
            <a:r>
              <a:rPr lang="en-GB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  smooth frontend user experience.</a:t>
            </a:r>
          </a:p>
          <a:p>
            <a:pPr>
              <a:buFont typeface="Arial" pitchFamily="34" charset="0"/>
              <a:buChar char="•"/>
            </a:pPr>
            <a:endParaRPr lang="en-GB" sz="18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>
            <a:spLocks noGrp="1"/>
          </p:cNvSpPr>
          <p:nvPr>
            <p:ph type="title"/>
          </p:nvPr>
        </p:nvSpPr>
        <p:spPr>
          <a:xfrm>
            <a:off x="843961" y="583730"/>
            <a:ext cx="7406700" cy="994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rmAutofit/>
          </a:bodyPr>
          <a:lstStyle/>
          <a:p>
            <a:pPr lvl="0" algn="ctr">
              <a:lnSpc>
                <a:spcPct val="100000"/>
              </a:lnSpc>
              <a:buClr>
                <a:schemeClr val="dk1"/>
              </a:buClr>
            </a:pPr>
            <a:r>
              <a:rPr lang="en-US" sz="3200" b="1" dirty="0" smtClean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Key Features </a:t>
            </a:r>
            <a:endParaRPr sz="3200" b="1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73892" y="1937489"/>
            <a:ext cx="6845643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8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RevConnect</a:t>
            </a:r>
            <a:r>
              <a:rPr lang="en-GB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provides essential social networking functionalities on a single platform.</a:t>
            </a:r>
          </a:p>
          <a:p>
            <a:endParaRPr lang="en-GB" sz="18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r>
              <a:rPr lang="en-GB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 • Secure user registration and login system</a:t>
            </a:r>
            <a:br>
              <a:rPr lang="en-GB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</a:br>
            <a:r>
              <a:rPr lang="en-GB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 • Create, edit, and delete posts</a:t>
            </a:r>
            <a:br>
              <a:rPr lang="en-GB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</a:br>
            <a:r>
              <a:rPr lang="en-GB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 • Like, comment, and interact with posts</a:t>
            </a:r>
            <a:br>
              <a:rPr lang="en-GB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</a:br>
            <a:r>
              <a:rPr lang="en-GB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 • Follow / </a:t>
            </a:r>
            <a:r>
              <a:rPr lang="en-GB" sz="18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Unfollow</a:t>
            </a:r>
            <a:r>
              <a:rPr lang="en-GB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users and manage connections</a:t>
            </a:r>
            <a:br>
              <a:rPr lang="en-GB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</a:br>
            <a:r>
              <a:rPr lang="en-GB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 • Personalized feed based on user activity</a:t>
            </a:r>
            <a:br>
              <a:rPr lang="en-GB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</a:br>
            <a:r>
              <a:rPr lang="en-GB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 • Real-time notifications for interactions</a:t>
            </a:r>
          </a:p>
          <a:p>
            <a:r>
              <a:rPr lang="en-GB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 </a:t>
            </a:r>
          </a:p>
          <a:p>
            <a:r>
              <a:rPr lang="en-GB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This ensures smooth user engagement and structured system functionality.</a:t>
            </a:r>
            <a:endParaRPr lang="en-GB" sz="1800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/>
          <p:nvPr/>
        </p:nvSpPr>
        <p:spPr>
          <a:xfrm>
            <a:off x="765109" y="229923"/>
            <a:ext cx="7679094" cy="936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chemeClr val="dk1"/>
              </a:buClr>
            </a:pPr>
            <a:r>
              <a:rPr lang="en-US" sz="32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System Architecture</a:t>
            </a:r>
            <a:endParaRPr sz="3200" b="1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pic>
        <p:nvPicPr>
          <p:cNvPr id="5" name="Picture 4" descr="WhatsApp Image 2026-02-26 at 10.58.36 AM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5571" y="740013"/>
            <a:ext cx="5869460" cy="58847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/>
          <p:nvPr/>
        </p:nvSpPr>
        <p:spPr>
          <a:xfrm>
            <a:off x="354089" y="654093"/>
            <a:ext cx="8398500" cy="922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chemeClr val="dk1"/>
              </a:buClr>
            </a:pPr>
            <a:r>
              <a:rPr lang="en-US" sz="32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System Architecture Overview</a:t>
            </a:r>
            <a:endParaRPr sz="3200" b="1">
              <a:solidFill>
                <a:srgbClr val="000000"/>
              </a:solidFill>
              <a:latin typeface="Calibri" pitchFamily="34" charset="0"/>
              <a:ea typeface="Calibri" pitchFamily="34" charset="0"/>
              <a:cs typeface="Calibri" pitchFamily="34" charset="0"/>
              <a:sym typeface="Arial"/>
            </a:endParaRPr>
          </a:p>
        </p:txBody>
      </p:sp>
      <p:sp>
        <p:nvSpPr>
          <p:cNvPr id="108" name="Google Shape;108;p15"/>
          <p:cNvSpPr txBox="1"/>
          <p:nvPr/>
        </p:nvSpPr>
        <p:spPr>
          <a:xfrm>
            <a:off x="988607" y="1572335"/>
            <a:ext cx="4875306" cy="449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en-US" sz="2200" b="1" dirty="0" smtClean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3-Tier Architecture</a:t>
            </a:r>
            <a:r>
              <a:rPr lang="en-GB" sz="2200" b="1" dirty="0" smtClean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</a:p>
          <a:p>
            <a:endParaRPr lang="en-GB" sz="2000" b="1" dirty="0" smtClean="0">
              <a:solidFill>
                <a:schemeClr val="accent1">
                  <a:lumMod val="50000"/>
                </a:schemeClr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r>
              <a:rPr lang="en-US" sz="1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Presentation Layer (Frontend)</a:t>
            </a:r>
          </a:p>
          <a:p>
            <a:pPr>
              <a:buFont typeface="Arial" pitchFamily="34" charset="0"/>
              <a:buChar char="•"/>
            </a:pPr>
            <a:r>
              <a:rPr lang="en-US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Built using Angular (localhost:4200)</a:t>
            </a:r>
          </a:p>
          <a:p>
            <a:pPr>
              <a:buFont typeface="Arial" pitchFamily="34" charset="0"/>
              <a:buChar char="•"/>
            </a:pPr>
            <a:r>
              <a:rPr lang="en-US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Handles UI rendering (Feed, Profile, </a:t>
            </a:r>
          </a:p>
          <a:p>
            <a:r>
              <a:rPr lang="en-US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  Network, Notifications)</a:t>
            </a:r>
          </a:p>
          <a:p>
            <a:pPr>
              <a:buFont typeface="Arial" pitchFamily="34" charset="0"/>
              <a:buChar char="•"/>
            </a:pPr>
            <a:r>
              <a:rPr lang="en-US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Sends API requests to backend</a:t>
            </a:r>
          </a:p>
          <a:p>
            <a:pPr>
              <a:buFont typeface="Arial" pitchFamily="34" charset="0"/>
              <a:buChar char="•"/>
            </a:pPr>
            <a:r>
              <a:rPr lang="en-US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Manages user session &amp; tokens</a:t>
            </a:r>
          </a:p>
          <a:p>
            <a:pPr>
              <a:buFont typeface="Arial" pitchFamily="34" charset="0"/>
              <a:buChar char="•"/>
            </a:pPr>
            <a:endParaRPr lang="en-US" sz="16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r>
              <a:rPr lang="en-GB" sz="1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Application Layer (Backend)</a:t>
            </a:r>
          </a:p>
          <a:p>
            <a:pPr>
              <a:buFont typeface="Arial" pitchFamily="34" charset="0"/>
              <a:buChar char="•"/>
            </a:pPr>
            <a:r>
              <a:rPr lang="en-GB" sz="1600" dirty="0" smtClean="0"/>
              <a:t> </a:t>
            </a:r>
            <a:r>
              <a:rPr lang="en-GB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REST APIs (Swagger integrated)</a:t>
            </a:r>
          </a:p>
          <a:p>
            <a:pPr>
              <a:buFont typeface="Arial" pitchFamily="34" charset="0"/>
              <a:buChar char="•"/>
            </a:pPr>
            <a:r>
              <a:rPr lang="en-GB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Handles:</a:t>
            </a:r>
          </a:p>
          <a:p>
            <a:pPr lvl="1"/>
            <a:r>
              <a:rPr lang="en-GB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     Authentication &amp; Authorization</a:t>
            </a:r>
          </a:p>
          <a:p>
            <a:pPr lvl="1"/>
            <a:r>
              <a:rPr lang="en-GB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     Post Management</a:t>
            </a:r>
          </a:p>
          <a:p>
            <a:pPr lvl="1"/>
            <a:r>
              <a:rPr lang="en-GB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     Like/Comment Logic</a:t>
            </a:r>
          </a:p>
          <a:p>
            <a:pPr lvl="1"/>
            <a:r>
              <a:rPr lang="en-GB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     Follow &amp; Connection System</a:t>
            </a:r>
          </a:p>
          <a:p>
            <a:pPr lvl="1"/>
            <a:r>
              <a:rPr lang="en-GB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     Notification Triggers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65536" y="2279947"/>
            <a:ext cx="3692036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Data Layer (Database)</a:t>
            </a:r>
          </a:p>
          <a:p>
            <a:pPr>
              <a:buFont typeface="Arial" pitchFamily="34" charset="0"/>
              <a:buChar char="•"/>
            </a:pPr>
            <a:r>
              <a:rPr lang="en-GB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Stores all persistent data:</a:t>
            </a:r>
          </a:p>
          <a:p>
            <a:pPr lvl="1"/>
            <a:r>
              <a:rPr lang="en-GB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    Users</a:t>
            </a:r>
          </a:p>
          <a:p>
            <a:pPr lvl="1"/>
            <a:r>
              <a:rPr lang="en-GB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    Posts</a:t>
            </a:r>
          </a:p>
          <a:p>
            <a:pPr lvl="1"/>
            <a:r>
              <a:rPr lang="en-GB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    Likes</a:t>
            </a:r>
          </a:p>
          <a:p>
            <a:pPr lvl="1"/>
            <a:r>
              <a:rPr lang="en-GB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    Comments</a:t>
            </a:r>
          </a:p>
          <a:p>
            <a:pPr lvl="1"/>
            <a:r>
              <a:rPr lang="en-GB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    Followers</a:t>
            </a:r>
          </a:p>
          <a:p>
            <a:pPr lvl="1"/>
            <a:r>
              <a:rPr lang="en-GB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    Connections</a:t>
            </a:r>
          </a:p>
          <a:p>
            <a:pPr lvl="1"/>
            <a:r>
              <a:rPr lang="en-GB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    Notifications</a:t>
            </a:r>
          </a:p>
          <a:p>
            <a:pPr>
              <a:buFont typeface="Arial" pitchFamily="34" charset="0"/>
              <a:buChar char="•"/>
            </a:pPr>
            <a:r>
              <a:rPr lang="en-GB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Ensures data consistency &amp; relationships</a:t>
            </a:r>
          </a:p>
          <a:p>
            <a:endParaRPr lang="en-US" sz="1600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>
            <a:spLocks noGrp="1"/>
          </p:cNvSpPr>
          <p:nvPr>
            <p:ph type="title"/>
          </p:nvPr>
        </p:nvSpPr>
        <p:spPr>
          <a:xfrm>
            <a:off x="0" y="567872"/>
            <a:ext cx="8350898" cy="1223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Autofit/>
          </a:bodyPr>
          <a:lstStyle/>
          <a:p>
            <a:pPr marL="1371600" lvl="2" indent="-457200" algn="ctr">
              <a:lnSpc>
                <a:spcPct val="107000"/>
              </a:lnSpc>
            </a:pPr>
            <a:r>
              <a:rPr lang="en-US" sz="2600" b="1" dirty="0" smtClean="0">
                <a:solidFill>
                  <a:schemeClr val="dk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System Flow</a:t>
            </a:r>
            <a:endParaRPr sz="2600" b="1">
              <a:solidFill>
                <a:schemeClr val="dk1"/>
              </a:solidFill>
              <a:latin typeface="Calibri" pitchFamily="34" charset="0"/>
              <a:ea typeface="Calibri" pitchFamily="34" charset="0"/>
              <a:cs typeface="Calibri" pitchFamily="34" charset="0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992828" y="1998964"/>
            <a:ext cx="7436498" cy="2831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Step-by-Step  Flow</a:t>
            </a:r>
          </a:p>
          <a:p>
            <a:endParaRPr lang="en-US" sz="2000" b="1" dirty="0" smtClean="0">
              <a:solidFill>
                <a:schemeClr val="accent1">
                  <a:lumMod val="50000"/>
                </a:schemeClr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1</a:t>
            </a:r>
            <a:r>
              <a:rPr lang="en-US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. User logs in → Token generated</a:t>
            </a:r>
            <a:br>
              <a:rPr lang="en-US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</a:br>
            <a:r>
              <a:rPr lang="en-US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2. Frontend stores token → Sends with every request</a:t>
            </a:r>
            <a:br>
              <a:rPr lang="en-US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</a:br>
            <a:r>
              <a:rPr lang="en-US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3. Backend validates token → Processes request</a:t>
            </a:r>
            <a:br>
              <a:rPr lang="en-US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</a:br>
            <a:r>
              <a:rPr lang="en-US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4. Database performs CRUD operations</a:t>
            </a:r>
            <a:br>
              <a:rPr lang="en-US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</a:br>
            <a:r>
              <a:rPr lang="en-US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5. Response sent back → UI updates dynamically</a:t>
            </a:r>
            <a:endParaRPr lang="en-US" sz="1800" dirty="0"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/>
          <p:nvPr/>
        </p:nvSpPr>
        <p:spPr>
          <a:xfrm>
            <a:off x="901896" y="638708"/>
            <a:ext cx="7340311" cy="695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chemeClr val="dk1"/>
              </a:buClr>
            </a:pPr>
            <a:r>
              <a:rPr lang="en-US" sz="32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UI Overview</a:t>
            </a:r>
            <a:endParaRPr sz="3200" b="1">
              <a:solidFill>
                <a:srgbClr val="000000"/>
              </a:solidFill>
              <a:latin typeface="Calibri" pitchFamily="34" charset="0"/>
              <a:ea typeface="Calibri" pitchFamily="34" charset="0"/>
              <a:cs typeface="Calibri" pitchFamily="34" charset="0"/>
              <a:sym typeface="Corbel"/>
            </a:endParaRPr>
          </a:p>
        </p:txBody>
      </p:sp>
      <p:pic>
        <p:nvPicPr>
          <p:cNvPr id="6" name="Picture 5" descr="ui rev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621" y="1791729"/>
            <a:ext cx="7820453" cy="43990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>
            <a:spLocks noGrp="1"/>
          </p:cNvSpPr>
          <p:nvPr>
            <p:ph type="title"/>
          </p:nvPr>
        </p:nvSpPr>
        <p:spPr>
          <a:xfrm>
            <a:off x="347911" y="169117"/>
            <a:ext cx="8320733" cy="1075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Autofit/>
          </a:bodyPr>
          <a:lstStyle/>
          <a:p>
            <a:pPr lvl="0" algn="ctr">
              <a:lnSpc>
                <a:spcPct val="100000"/>
              </a:lnSpc>
              <a:buClr>
                <a:schemeClr val="dk1"/>
              </a:buClr>
            </a:pPr>
            <a:r>
              <a:rPr lang="en-US" sz="3200" b="1" dirty="0" smtClean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Database Design (ERD) </a:t>
            </a:r>
            <a:endParaRPr sz="3200" b="1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pic>
        <p:nvPicPr>
          <p:cNvPr id="4" name="Picture 3" descr="Untitl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14" y="1087899"/>
            <a:ext cx="6047498" cy="55461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59638" y="1306792"/>
            <a:ext cx="258436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dirty="0" smtClean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Key Entities :</a:t>
            </a:r>
          </a:p>
          <a:p>
            <a:pPr>
              <a:buFont typeface="Arial" pitchFamily="34" charset="0"/>
              <a:buChar char="•"/>
            </a:pPr>
            <a:r>
              <a:rPr lang="en-GB" sz="16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GB" sz="15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Users</a:t>
            </a:r>
          </a:p>
          <a:p>
            <a:pPr>
              <a:buFont typeface="Arial" pitchFamily="34" charset="0"/>
              <a:buChar char="•"/>
            </a:pPr>
            <a:r>
              <a:rPr lang="en-GB" sz="15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Profiles</a:t>
            </a:r>
          </a:p>
          <a:p>
            <a:pPr>
              <a:buFont typeface="Arial" pitchFamily="34" charset="0"/>
              <a:buChar char="•"/>
            </a:pPr>
            <a:r>
              <a:rPr lang="en-GB" sz="15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Posts</a:t>
            </a:r>
          </a:p>
          <a:p>
            <a:pPr>
              <a:buFont typeface="Arial" pitchFamily="34" charset="0"/>
              <a:buChar char="•"/>
            </a:pPr>
            <a:r>
              <a:rPr lang="en-GB" sz="15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Comments</a:t>
            </a:r>
          </a:p>
          <a:p>
            <a:pPr>
              <a:buFont typeface="Arial" pitchFamily="34" charset="0"/>
              <a:buChar char="•"/>
            </a:pPr>
            <a:r>
              <a:rPr lang="en-GB" sz="15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Connections</a:t>
            </a:r>
          </a:p>
          <a:p>
            <a:pPr>
              <a:buFont typeface="Arial" pitchFamily="34" charset="0"/>
              <a:buChar char="•"/>
            </a:pPr>
            <a:r>
              <a:rPr lang="en-GB" sz="15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Notifications</a:t>
            </a:r>
          </a:p>
          <a:p>
            <a:pPr>
              <a:lnSpc>
                <a:spcPct val="200000"/>
              </a:lnSpc>
            </a:pPr>
            <a:r>
              <a:rPr lang="en-GB" sz="1600" b="1" dirty="0" smtClean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Entity Relation :</a:t>
            </a:r>
          </a:p>
          <a:p>
            <a:pPr>
              <a:buFont typeface="Arial" pitchFamily="34" charset="0"/>
              <a:buChar char="•"/>
            </a:pPr>
            <a:r>
              <a:rPr lang="en-GB" sz="15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Users ↔ Profiles (1-1)</a:t>
            </a:r>
          </a:p>
          <a:p>
            <a:pPr>
              <a:buFont typeface="Arial" pitchFamily="34" charset="0"/>
              <a:buChar char="•"/>
            </a:pPr>
            <a:r>
              <a:rPr lang="en-GB" sz="15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Users ↔ Posts (1- M)</a:t>
            </a:r>
          </a:p>
          <a:p>
            <a:pPr>
              <a:buFont typeface="Arial" pitchFamily="34" charset="0"/>
              <a:buChar char="•"/>
            </a:pPr>
            <a:r>
              <a:rPr lang="en-GB" sz="15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Posts ↔ Comments </a:t>
            </a:r>
          </a:p>
          <a:p>
            <a:r>
              <a:rPr lang="en-GB" sz="15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 (1-M)</a:t>
            </a:r>
          </a:p>
          <a:p>
            <a:pPr>
              <a:buFont typeface="Arial" pitchFamily="34" charset="0"/>
              <a:buChar char="•"/>
            </a:pPr>
            <a:r>
              <a:rPr lang="en-GB" sz="15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Users ↔ Connections/</a:t>
            </a:r>
          </a:p>
          <a:p>
            <a:r>
              <a:rPr lang="en-GB" sz="15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 Follows (M : M)</a:t>
            </a:r>
          </a:p>
          <a:p>
            <a:pPr>
              <a:buFont typeface="Arial" pitchFamily="34" charset="0"/>
              <a:buChar char="•"/>
            </a:pPr>
            <a:r>
              <a:rPr lang="en-GB" sz="15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Users ↔ Notifications    </a:t>
            </a:r>
          </a:p>
          <a:p>
            <a:r>
              <a:rPr lang="en-GB" sz="15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 (1-M )</a:t>
            </a:r>
          </a:p>
          <a:p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498719" y="610714"/>
            <a:ext cx="8127900" cy="13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200" tIns="25600" rIns="51200" bIns="25600" anchor="ctr" anchorCtr="0">
            <a:normAutofit/>
          </a:bodyPr>
          <a:lstStyle/>
          <a:p>
            <a:pPr lvl="0" algn="ctr">
              <a:lnSpc>
                <a:spcPct val="100000"/>
              </a:lnSpc>
              <a:buClr>
                <a:schemeClr val="dk1"/>
              </a:buClr>
            </a:pPr>
            <a:r>
              <a:rPr lang="en-US" sz="3200" b="1" dirty="0" smtClean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Tech Stack</a:t>
            </a:r>
            <a:endParaRPr sz="3200" b="1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58465" y="1952367"/>
            <a:ext cx="328689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 smtClean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Frontend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HTML/ CSS/ </a:t>
            </a:r>
            <a:r>
              <a:rPr lang="en-US" sz="18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Javascript</a:t>
            </a:r>
            <a:endParaRPr lang="en-US" sz="18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Angular</a:t>
            </a:r>
          </a:p>
          <a:p>
            <a:pPr>
              <a:lnSpc>
                <a:spcPct val="150000"/>
              </a:lnSpc>
            </a:pPr>
            <a:r>
              <a:rPr lang="en-US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/>
            </a:r>
            <a:br>
              <a:rPr lang="en-US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</a:br>
            <a:r>
              <a:rPr lang="en-US" sz="1800" b="1" dirty="0" smtClean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Backend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Java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Spring Boot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Spring Data  JPA (Hibernate)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RESTful</a:t>
            </a:r>
            <a:r>
              <a:rPr lang="en-US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APIs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Maven (Build Tool)</a:t>
            </a:r>
            <a:br>
              <a:rPr lang="en-US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</a:br>
            <a:endParaRPr lang="en-US" sz="18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>
              <a:lnSpc>
                <a:spcPct val="150000"/>
              </a:lnSpc>
            </a:pPr>
            <a:endParaRPr lang="en-US" sz="1800" dirty="0"/>
          </a:p>
        </p:txBody>
      </p:sp>
      <p:sp>
        <p:nvSpPr>
          <p:cNvPr id="6" name="TextBox 5"/>
          <p:cNvSpPr txBox="1"/>
          <p:nvPr/>
        </p:nvSpPr>
        <p:spPr>
          <a:xfrm>
            <a:off x="5492451" y="1926645"/>
            <a:ext cx="2895769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 smtClean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Database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MySQL</a:t>
            </a:r>
            <a:endParaRPr lang="en-US" sz="18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>
              <a:lnSpc>
                <a:spcPct val="150000"/>
              </a:lnSpc>
            </a:pPr>
            <a:endParaRPr lang="en-GB" sz="18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/>
            </a:r>
            <a:br>
              <a:rPr lang="en-US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</a:br>
            <a:r>
              <a:rPr lang="en-US" sz="1800" b="1" dirty="0" smtClean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Tools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  <a:r>
              <a:rPr lang="en-US" sz="18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Git</a:t>
            </a:r>
            <a:r>
              <a:rPr lang="en-US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GB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VS Code / </a:t>
            </a:r>
            <a:r>
              <a:rPr lang="en-GB" sz="18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IntelliJ</a:t>
            </a:r>
            <a:r>
              <a:rPr lang="en-GB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IDEA</a:t>
            </a:r>
            <a:endParaRPr lang="en-US" sz="18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Postman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GB" sz="18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Swagger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/>
          <p:nvPr/>
        </p:nvSpPr>
        <p:spPr>
          <a:xfrm>
            <a:off x="132900" y="753291"/>
            <a:ext cx="9011100" cy="814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chemeClr val="dk1"/>
              </a:buClr>
            </a:pPr>
            <a:r>
              <a:rPr lang="en-US" sz="3200" b="1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Conclusion </a:t>
            </a:r>
            <a:endParaRPr sz="3200" b="1">
              <a:solidFill>
                <a:srgbClr val="000000"/>
              </a:solidFill>
              <a:latin typeface="Calibri" pitchFamily="34" charset="0"/>
              <a:ea typeface="Calibri" pitchFamily="34" charset="0"/>
              <a:cs typeface="Calibri" pitchFamily="34" charset="0"/>
              <a:sym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74440" y="1767798"/>
            <a:ext cx="7604450" cy="36317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Font typeface="Arial" pitchFamily="34" charset="0"/>
              <a:buChar char="•"/>
            </a:pPr>
            <a:r>
              <a:rPr lang="en-GB" sz="2000" b="1" dirty="0" smtClean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 Conclusion</a:t>
            </a:r>
            <a:endParaRPr lang="en-GB" sz="2000" dirty="0" smtClean="0">
              <a:solidFill>
                <a:schemeClr val="accent1">
                  <a:lumMod val="50000"/>
                </a:schemeClr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r>
              <a:rPr lang="en-GB" sz="20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  </a:t>
            </a:r>
            <a:r>
              <a:rPr lang="en-GB" sz="1700" dirty="0" err="1" smtClean="0">
                <a:latin typeface="Calibri" pitchFamily="34" charset="0"/>
                <a:ea typeface="Calibri" pitchFamily="34" charset="0"/>
                <a:cs typeface="Calibri" pitchFamily="34" charset="0"/>
              </a:rPr>
              <a:t>RevConnect</a:t>
            </a:r>
            <a:r>
              <a:rPr lang="en-GB" sz="17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is a social networking web application that connects users on a  </a:t>
            </a:r>
          </a:p>
          <a:p>
            <a:r>
              <a:rPr lang="en-GB" sz="17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  single interactive platform.</a:t>
            </a:r>
          </a:p>
          <a:p>
            <a:endParaRPr lang="en-GB" sz="17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r>
              <a:rPr lang="en-GB" sz="17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 Through this project:</a:t>
            </a:r>
          </a:p>
          <a:p>
            <a:r>
              <a:rPr lang="en-GB" sz="17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  </a:t>
            </a:r>
            <a:r>
              <a:rPr lang="en-GB" sz="15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•</a:t>
            </a:r>
            <a:r>
              <a:rPr lang="en-GB" sz="17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Users can create posts, interact through likes and comments.</a:t>
            </a:r>
            <a:br>
              <a:rPr lang="en-GB" sz="17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</a:br>
            <a:r>
              <a:rPr lang="en-GB" sz="17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  </a:t>
            </a:r>
            <a:r>
              <a:rPr lang="en-GB" sz="15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•</a:t>
            </a:r>
            <a:r>
              <a:rPr lang="en-GB" sz="17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Users can follow others and manage connections.</a:t>
            </a:r>
            <a:br>
              <a:rPr lang="en-GB" sz="17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</a:br>
            <a:r>
              <a:rPr lang="en-GB" sz="17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  </a:t>
            </a:r>
            <a:r>
              <a:rPr lang="en-GB" sz="15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•</a:t>
            </a:r>
            <a:r>
              <a:rPr lang="en-GB" sz="17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Personalized feed displays relevant content.</a:t>
            </a:r>
            <a:br>
              <a:rPr lang="en-GB" sz="17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</a:br>
            <a:r>
              <a:rPr lang="en-GB" sz="17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  </a:t>
            </a:r>
            <a:r>
              <a:rPr lang="en-GB" sz="15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•</a:t>
            </a:r>
            <a:r>
              <a:rPr lang="en-GB" sz="17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The system is secure and well-structured using a 3-tier architecture.</a:t>
            </a:r>
          </a:p>
          <a:p>
            <a:endParaRPr lang="en-GB" sz="1700" dirty="0" smtClean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r>
              <a:rPr lang="en-GB" sz="17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 This project helped us understand real-world social media system design and full- </a:t>
            </a:r>
          </a:p>
          <a:p>
            <a:r>
              <a:rPr lang="en-GB" sz="1700" dirty="0" smtClean="0">
                <a:latin typeface="Calibri" pitchFamily="34" charset="0"/>
                <a:ea typeface="Calibri" pitchFamily="34" charset="0"/>
                <a:cs typeface="Calibri" pitchFamily="34" charset="0"/>
              </a:rPr>
              <a:t>  stack application development.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4893" y="777551"/>
            <a:ext cx="7406640" cy="1356360"/>
          </a:xfrm>
        </p:spPr>
        <p:txBody>
          <a:bodyPr>
            <a:normAutofit/>
          </a:bodyPr>
          <a:lstStyle/>
          <a:p>
            <a:pPr lvl="0" algn="ctr"/>
            <a:r>
              <a:rPr lang="en-US" sz="3200" b="1" dirty="0" smtClean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Future Enhancements</a:t>
            </a:r>
            <a:r>
              <a:rPr lang="en-US" sz="3200" b="1" dirty="0" smtClean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Arial"/>
              </a:rPr>
              <a:t/>
            </a:r>
            <a:br>
              <a:rPr lang="en-US" sz="3200" b="1" dirty="0" smtClean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Arial"/>
              </a:rPr>
            </a:br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7920" y="2206690"/>
            <a:ext cx="7404654" cy="4038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GB" dirty="0" smtClean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• Add real-time chat functionality</a:t>
            </a:r>
            <a:br>
              <a:rPr lang="en-GB" dirty="0" smtClean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</a:br>
            <a:r>
              <a:rPr lang="en-GB" dirty="0" smtClean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• Implement role-based admin panel</a:t>
            </a:r>
            <a:br>
              <a:rPr lang="en-GB" dirty="0" smtClean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</a:br>
            <a:r>
              <a:rPr lang="en-GB" dirty="0" smtClean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• Deploy on cloud for scalability</a:t>
            </a:r>
            <a:br>
              <a:rPr lang="en-GB" dirty="0" smtClean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</a:br>
            <a:r>
              <a:rPr lang="en-GB" dirty="0" smtClean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• Add real-time updates using </a:t>
            </a:r>
            <a:r>
              <a:rPr lang="en-GB" dirty="0" err="1" smtClean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WebSockets</a:t>
            </a:r>
            <a:endParaRPr lang="en-US" dirty="0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589" y="2522375"/>
            <a:ext cx="7406640" cy="1356360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 smtClean="0">
                <a:solidFill>
                  <a:schemeClr val="accent1">
                    <a:lumMod val="50000"/>
                  </a:schemeClr>
                </a:solidFill>
              </a:rPr>
              <a:t>THANK YOU</a:t>
            </a:r>
            <a:endParaRPr lang="en-US" sz="4000" b="1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reen border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2054</TotalTime>
  <Words>359</Words>
  <PresentationFormat>On-screen Show (4:3)</PresentationFormat>
  <Paragraphs>102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Corbel</vt:lpstr>
      <vt:lpstr>Calibri</vt:lpstr>
      <vt:lpstr>Wingdings</vt:lpstr>
      <vt:lpstr>green border</vt:lpstr>
      <vt:lpstr>Slide 1</vt:lpstr>
      <vt:lpstr>Slide 2</vt:lpstr>
      <vt:lpstr>Key Features </vt:lpstr>
      <vt:lpstr>Slide 4</vt:lpstr>
      <vt:lpstr>Slide 5</vt:lpstr>
      <vt:lpstr>System Flow</vt:lpstr>
      <vt:lpstr>Slide 7</vt:lpstr>
      <vt:lpstr>Database Design (ERD) </vt:lpstr>
      <vt:lpstr>Tech Stack</vt:lpstr>
      <vt:lpstr>Slide 10</vt:lpstr>
      <vt:lpstr>Future Enhancements 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Gauri Tondre</dc:creator>
  <cp:lastModifiedBy>Gauri Tondre</cp:lastModifiedBy>
  <cp:revision>85</cp:revision>
  <dcterms:modified xsi:type="dcterms:W3CDTF">2026-02-27T11:24:59Z</dcterms:modified>
</cp:coreProperties>
</file>